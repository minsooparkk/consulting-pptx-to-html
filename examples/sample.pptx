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0" r:id="rId12"/>
    <p:sldId id="259" r:id="rId11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lement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/>
            </a:fld>
            <a:endParaRPr lang="en-US"/>
          </a:p>
        </p:txBody>
      </p:sp>
      <p:sp>
        <p:nvSpPr>
          <p:cNvPr id="4" name="Element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lement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6" name="Element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lement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lement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레이아웃 예시이며 실제 제작 때 모든 예시 문구를 교체하고 불필요한 예시 슬라이드를 삭제한다.</a:t>
            </a:r>
          </a:p>
        </p:txBody>
      </p:sp>
      <p:sp>
        <p:nvSpPr>
          <p:cNvPr id="4" name="Element 4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lement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레이아웃 예시이며 실제 제작 때 모든 예시 문구를 교체하고 불필요한 예시 슬라이드를 삭제한다.</a:t>
            </a:r>
          </a:p>
        </p:txBody>
      </p:sp>
      <p:sp>
        <p:nvSpPr>
          <p:cNvPr id="4" name="Element 4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lement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레이아웃 예시이며 실제 제작 때 모든 예시 문구를 교체하고 불필요한 예시 슬라이드를 삭제한다.</a:t>
            </a:r>
          </a:p>
        </p:txBody>
      </p:sp>
      <p:sp>
        <p:nvSpPr>
          <p:cNvPr id="4" name="Element 4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lement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레이아웃 예시이며 실제 제작 때 모든 예시 문구를 교체하고 불필요한 예시 슬라이드를 삭제한다.</a:t>
            </a:r>
          </a:p>
        </p:txBody>
      </p:sp>
      <p:sp>
        <p:nvSpPr>
          <p:cNvPr id="4" name="Element 4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NTENT">
    <p:spTree>
      <p:nvGrpSpPr>
        <p:cNvPr id="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/>
          <p:nvPr/>
        </p:nvSpPr>
        <p:spPr>
          <a:xfrm>
            <a:off x="0" y="0"/>
            <a:ext cx="12191999" cy="960120"/>
          </a:xfrm>
          <a:prstGeom prst="rect">
            <a:avLst/>
          </a:prstGeom>
          <a:gradFill rotWithShape="1">
            <a:gsLst>
              <a:gs pos="0">
                <a:srgbClr val="0F1F3F"/>
              </a:gs>
              <a:gs pos="100000">
                <a:srgbClr val="1C3F7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lement 3"/>
          <p:cNvSpPr/>
          <p:nvPr/>
        </p:nvSpPr>
        <p:spPr>
          <a:xfrm>
            <a:off x="7616952" y="0"/>
            <a:ext cx="4575048" cy="960120"/>
          </a:xfrm>
          <a:custGeom>
            <a:avLst/>
            <a:gdLst/>
            <a:ahLst/>
            <a:cxnLst/>
            <a:rect l="l" t="t" r="r" b="b"/>
            <a:pathLst>
              <a:path w="4575048" h="960120">
                <a:moveTo>
                  <a:pt x="0" y="0"/>
                </a:moveTo>
                <a:lnTo>
                  <a:pt x="4575048" y="0"/>
                </a:lnTo>
                <a:lnTo>
                  <a:pt x="4575048" y="960120"/>
                </a:lnTo>
                <a:lnTo>
                  <a:pt x="265176" y="960120"/>
                </a:lnTo>
                <a:close/>
              </a:path>
            </a:pathLst>
          </a:cu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lement 4"/>
          <p:cNvSpPr/>
          <p:nvPr/>
        </p:nvSpPr>
        <p:spPr>
          <a:xfrm>
            <a:off x="7360920" y="0"/>
            <a:ext cx="521208" cy="960120"/>
          </a:xfrm>
          <a:custGeom>
            <a:avLst/>
            <a:gdLst/>
            <a:ahLst/>
            <a:cxnLst/>
            <a:rect l="l" t="t" r="r" b="b"/>
            <a:pathLst>
              <a:path w="521208" h="960120">
                <a:moveTo>
                  <a:pt x="256032" y="0"/>
                </a:moveTo>
                <a:lnTo>
                  <a:pt x="0" y="868680"/>
                </a:lnTo>
                <a:lnTo>
                  <a:pt x="521208" y="960120"/>
                </a:lnTo>
                <a:close/>
              </a:path>
            </a:pathLst>
          </a:cu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lement 5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548640"/>
          </a:xfrm>
        </p:spPr>
        <p:txBody>
          <a:bodyPr anchor="t" lIns="0" rIns="0" tIns="0" bIns="0" wrap="square">
            <a:noAutofit/>
          </a:bodyPr>
          <a:lstStyle>
            <a:lvl1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endParaRPr lang="en-US"/>
          </a:p>
        </p:txBody>
      </p:sp>
      <p:sp>
        <p:nvSpPr>
          <p:cNvPr id="6" name="Element 6"/>
          <p:cNvSpPr>
            <a:spLocks noGrp="1"/>
          </p:cNvSpPr>
          <p:nvPr>
            <p:ph type="body" idx="1"/>
          </p:nvPr>
        </p:nvSpPr>
        <p:spPr>
          <a:xfrm>
            <a:off x="609600" y="1165860"/>
            <a:ext cx="10972800" cy="822960"/>
          </a:xfrm>
        </p:spPr>
        <p:txBody>
          <a:bodyPr anchor="t" lIns="0" rIns="0" tIns="0" bIns="0" wrap="square">
            <a:noAutofit/>
          </a:bodyPr>
          <a:lstStyle>
            <a:lvl1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 lang="ko-KR">
                <a:solidFill>
                  <a:srgbClr val="1F2937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 lang="ko-KR">
                <a:solidFill>
                  <a:srgbClr val="1F2937"/>
                </a:solidFill>
                <a:latin typeface="Pretendard"/>
                <a:ea typeface="Pretendard"/>
                <a:cs typeface="Pretendard"/>
              </a:defRPr>
            </a:pPr>
          </a:p>
        </p:txBody>
      </p:sp>
      <p:sp>
        <p:nvSpPr>
          <p:cNvPr id="7" name="Element 7"/>
          <p:cNvSpPr>
            <a:spLocks noGrp="1"/>
          </p:cNvSpPr>
          <p:nvPr>
            <p:ph type="sldNum" sz="quarter" idx="12"/>
          </p:nvPr>
        </p:nvSpPr>
        <p:spPr>
          <a:xfrm>
            <a:off x="11018520" y="6515100"/>
            <a:ext cx="564184" cy="205740"/>
          </a:xfrm>
        </p:spPr>
        <p:txBody>
          <a:bodyPr lIns="0" rIns="0" tIns="0" bIns="0" wrap="square" anchor="t">
            <a:noAutofit/>
          </a:bodyPr>
          <a:lstStyle>
            <a:lvl1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0" lang="ko-KR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0" lang="ko-KR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endParaRPr lang="en-US"/>
          </a:p>
        </p:txBody>
      </p:sp>
      <p:cxnSp>
        <p:nvCxnSpPr>
          <p:cNvPr id="8" name="Element 8"/>
          <p:cNvCxnSpPr/>
          <p:nvPr/>
        </p:nvCxnSpPr>
        <p:spPr>
          <a:xfrm>
            <a:off x="609600" y="960120"/>
            <a:ext cx="10972800" cy="0"/>
          </a:xfrm>
          <a:prstGeom prst="line">
            <a:avLst/>
          </a:prstGeom>
          <a:ln w="12700">
            <a:solidFill>
              <a:srgbClr val="1C3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VER">
    <p:spTree>
      <p:nvGrpSpPr>
        <p:cNvPr id="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/>
          <p:nvPr/>
        </p:nvSpPr>
        <p:spPr>
          <a:xfrm>
            <a:off x="0" y="0"/>
            <a:ext cx="12191999" cy="405993"/>
          </a:xfrm>
          <a:prstGeom prst="rect">
            <a:avLst/>
          </a:prstGeom>
          <a:gradFill rotWithShape="1">
            <a:gsLst>
              <a:gs pos="0">
                <a:srgbClr val="0F1F3F"/>
              </a:gs>
              <a:gs pos="100000">
                <a:srgbClr val="1C3F7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lement 3"/>
          <p:cNvSpPr>
            <a:spLocks noGrp="1"/>
          </p:cNvSpPr>
          <p:nvPr>
            <p:ph type="sldNum" sz="quarter" idx="12"/>
          </p:nvPr>
        </p:nvSpPr>
        <p:spPr>
          <a:xfrm>
            <a:off x="11018520" y="6515100"/>
            <a:ext cx="564184" cy="205740"/>
          </a:xfrm>
        </p:spPr>
        <p:txBody>
          <a:bodyPr lIns="0" rIns="0" tIns="0" bIns="0" wrap="square" anchor="t">
            <a:noAutofit/>
          </a:bodyPr>
          <a:lstStyle>
            <a:lvl1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0" lang="ko-KR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0" lang="ko-KR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 | common footer"/>
          <p:cNvSpPr txBox="1"/>
          <p:nvPr/>
        </p:nvSpPr>
        <p:spPr>
          <a:xfrm>
            <a:off x="609600" y="6515100"/>
            <a:ext cx="1014984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 lang="ko-KR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 lang="ko-KR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</a:rPr>
              <a:t>발표 전체 제목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1 표지">
    <p:spTree>
      <p:nvGrpSpPr>
        <p:cNvPr id="1" name="Element 1"/>
        <p:cNvGrpSpPr/>
        <p:nvPr/>
      </p:nvGrpSpPr>
      <p:grpSpPr/>
      <p:sp>
        <p:nvSpPr>
          <p:cNvPr id="2" name="Placeholder 12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9B06F49F-F4FF-4506-8864-2BE0159259FB}" type="slidenum">
              <a:t>1</a:t>
            </a:fld>
          </a:p>
        </p:txBody>
      </p:sp>
      <p:sp>
        <p:nvSpPr>
          <p:cNvPr id="3" name="Editable element 2"/>
          <p:cNvSpPr txBox="1"/>
          <p:nvPr/>
        </p:nvSpPr>
        <p:spPr>
          <a:xfrm>
            <a:off x="609600" y="114300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1F2937"/>
                </a:solidFill>
                <a:latin typeface="Pretendard"/>
                <a:ea typeface="Pretendard"/>
              </a:rPr>
              <a:t>발표 전체 제목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1C3F7D"/>
                </a:solidFill>
                <a:latin typeface="Pretendard"/>
                <a:ea typeface="Pretendard"/>
              </a:rPr>
              <a:t>핵심 주제</a:t>
            </a:r>
          </a:p>
        </p:txBody>
      </p:sp>
      <p:sp>
        <p:nvSpPr>
          <p:cNvPr id="4" name="Editable element 3"/>
          <p:cNvSpPr/>
          <p:nvPr/>
        </p:nvSpPr>
        <p:spPr>
          <a:xfrm>
            <a:off x="609600" y="3182112"/>
            <a:ext cx="1234440" cy="45720"/>
          </a:xfrm>
          <a:prstGeom prst="rect">
            <a:avLst/>
          </a:prstGeom>
          <a:solidFill>
            <a:srgbClr val="1C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element 4"/>
          <p:cNvSpPr txBox="1"/>
          <p:nvPr/>
        </p:nvSpPr>
        <p:spPr>
          <a:xfrm>
            <a:off x="609600" y="352044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  <a:latin typeface="Pretendard"/>
                <a:ea typeface="Pretendard"/>
              </a:rPr>
              <a:t>중립적인 발표 목적과 검토 범위를 간단히 안내합니다.</a:t>
            </a:r>
          </a:p>
        </p:txBody>
      </p:sp>
      <p:sp>
        <p:nvSpPr>
          <p:cNvPr id="6" name="Editable element 5"/>
          <p:cNvSpPr txBox="1"/>
          <p:nvPr/>
        </p:nvSpPr>
        <p:spPr>
          <a:xfrm>
            <a:off x="609600" y="4261104"/>
            <a:ext cx="640080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C3F7D"/>
                </a:solidFill>
                <a:latin typeface="Pretendard"/>
                <a:ea typeface="Pretendard"/>
              </a:rPr>
              <a:t>발표 범위와 대상</a:t>
            </a:r>
          </a:p>
        </p:txBody>
      </p:sp>
      <p:sp>
        <p:nvSpPr>
          <p:cNvPr id="7" name="Editable element 6"/>
          <p:cNvSpPr txBox="1"/>
          <p:nvPr/>
        </p:nvSpPr>
        <p:spPr>
          <a:xfrm>
            <a:off x="609600" y="5212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발표자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2 비교 분석">
    <p:spTree>
      <p:nvGrpSpPr>
        <p:cNvPr id="1" name="Element 1"/>
        <p:cNvGrpSpPr/>
        <p:nvPr/>
      </p:nvGrpSpPr>
      <p:grpSpPr/>
      <p:sp>
        <p:nvSpPr>
          <p:cNvPr id="2" name="Placeholder 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비교 분석</a:t>
            </a:r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검토 기준에 따라 항목을 비교하고, 필요한 확인 사항을 정리한 편집 가능한 표 예시입니다.</a:t>
            </a:r>
          </a:p>
        </p:txBody>
      </p:sp>
      <p:sp>
        <p:nvSpPr>
          <p:cNvPr id="4" name="Placeholder 12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4B5B8660-606E-4028-996D-E52E40C7F853}" type="slidenum">
              <a:t>2</a:t>
            </a:fld>
          </a:p>
        </p:txBody>
      </p:sp>
      <p:graphicFrame>
        <p:nvGraphicFramePr>
          <p:cNvPr id="5" name="Editable element 4"/>
          <p:cNvGraphicFramePr>
            <a:graphicFrameLocks noGrp="1"/>
          </p:cNvGraphicFramePr>
          <p:nvPr/>
        </p:nvGraphicFramePr>
        <p:xfrm>
          <a:off x="609600" y="2263140"/>
          <a:ext cx="10972800" cy="381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480560"/>
                <a:gridCol w="40233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검토 항목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16294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현재 상태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16294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확인 내용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16294F"/>
                    </a:solidFill>
                  </a:tcPr>
                </a:tc>
              </a:tr>
              <a:tr h="83439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기준 A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예시 값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추가 확인이 필요한 항목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83439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기준 B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예시 값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비교 기준과 조건을 기록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기준 C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예시 값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담당자와 일정 확인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83439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종합 의견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예시 요약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다음 단계 제안</a:t>
                      </a:r>
                    </a:p>
                  </a:txBody>
                  <a:tcPr marL="128016" marR="128016" marT="82296" marB="54864" anchor="ctr">
                    <a:lnL w="5000">
                      <a:solidFill>
                        <a:srgbClr val="D7DCE3"/>
                      </a:solidFill>
                    </a:lnL>
                    <a:lnR w="5000">
                      <a:solidFill>
                        <a:srgbClr val="D7DCE3"/>
                      </a:solidFill>
                    </a:lnR>
                    <a:lnT w="5000">
                      <a:solidFill>
                        <a:srgbClr val="D7DCE3"/>
                      </a:solidFill>
                    </a:lnT>
                    <a:lnB w="5000">
                      <a:solidFill>
                        <a:srgbClr val="D7DC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3 단계별 실행 계획">
    <p:spTree>
      <p:nvGrpSpPr>
        <p:cNvPr id="1" name="Element 1"/>
        <p:cNvGrpSpPr/>
        <p:nvPr/>
      </p:nvGrpSpPr>
      <p:grpSpPr/>
      <p:sp>
        <p:nvSpPr>
          <p:cNvPr id="2" name="Placeholder 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단계별 실행 계획</a:t>
            </a:r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업무 흐름을 네 단계로 나누어 점검하고, 각 단계의 확인 결과를 다음 단계에 반영합니다.</a:t>
            </a:r>
          </a:p>
        </p:txBody>
      </p:sp>
      <p:sp>
        <p:nvSpPr>
          <p:cNvPr id="4" name="Placeholder 12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6F27D3F3-A547-4F78-B08C-7708D8AC5B3B}" type="slidenum">
              <a:t>3</a:t>
            </a:fld>
          </a:p>
        </p:txBody>
      </p:sp>
      <p:sp>
        <p:nvSpPr>
          <p:cNvPr id="5" name="Editable element 4"/>
          <p:cNvSpPr/>
          <p:nvPr/>
        </p:nvSpPr>
        <p:spPr>
          <a:xfrm>
            <a:off x="609600" y="2263140"/>
            <a:ext cx="2558034" cy="30175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element 5"/>
          <p:cNvSpPr/>
          <p:nvPr/>
        </p:nvSpPr>
        <p:spPr>
          <a:xfrm>
            <a:off x="609600" y="2263140"/>
            <a:ext cx="2558034" cy="41148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element 6"/>
          <p:cNvSpPr txBox="1"/>
          <p:nvPr/>
        </p:nvSpPr>
        <p:spPr>
          <a:xfrm>
            <a:off x="774192" y="2418588"/>
            <a:ext cx="222885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3F7D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Editable element 7"/>
          <p:cNvSpPr txBox="1"/>
          <p:nvPr/>
        </p:nvSpPr>
        <p:spPr>
          <a:xfrm>
            <a:off x="774192" y="2839212"/>
            <a:ext cx="222885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retendard"/>
                <a:ea typeface="Pretendard"/>
              </a:rPr>
              <a:t>준비</a:t>
            </a:r>
          </a:p>
        </p:txBody>
      </p:sp>
      <p:sp>
        <p:nvSpPr>
          <p:cNvPr id="9" name="Editable element 8"/>
          <p:cNvSpPr txBox="1"/>
          <p:nvPr/>
        </p:nvSpPr>
        <p:spPr>
          <a:xfrm>
            <a:off x="774192" y="3461004"/>
            <a:ext cx="2228850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목표와 범위를 정리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필요 자료를 확인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역할을 배정</a:t>
            </a:r>
          </a:p>
        </p:txBody>
      </p:sp>
      <p:sp>
        <p:nvSpPr>
          <p:cNvPr id="10" name="Editable element 9"/>
          <p:cNvSpPr/>
          <p:nvPr/>
        </p:nvSpPr>
        <p:spPr>
          <a:xfrm>
            <a:off x="609600" y="4732020"/>
            <a:ext cx="2558034" cy="5486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element 10"/>
          <p:cNvSpPr txBox="1"/>
          <p:nvPr/>
        </p:nvSpPr>
        <p:spPr>
          <a:xfrm>
            <a:off x="755904" y="4860036"/>
            <a:ext cx="226542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3F7D"/>
                </a:solidFill>
                <a:latin typeface="Pretendard"/>
                <a:ea typeface="Pretendard"/>
              </a:rPr>
              <a:t>준비 사항 확인</a:t>
            </a:r>
          </a:p>
        </p:txBody>
      </p:sp>
      <p:cxnSp>
        <p:nvCxnSpPr>
          <p:cNvPr id="12" name="Editable element 11"/>
          <p:cNvCxnSpPr/>
          <p:nvPr/>
        </p:nvCxnSpPr>
        <p:spPr>
          <a:xfrm>
            <a:off x="3190493" y="3817620"/>
            <a:ext cx="201169" cy="0"/>
          </a:xfrm>
          <a:prstGeom prst="line">
            <a:avLst/>
          </a:prstGeom>
          <a:ln w="15240">
            <a:solidFill>
              <a:srgbClr val="D7DC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itable element 12"/>
          <p:cNvSpPr/>
          <p:nvPr/>
        </p:nvSpPr>
        <p:spPr>
          <a:xfrm>
            <a:off x="3414522" y="2263140"/>
            <a:ext cx="2558034" cy="30175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element 13"/>
          <p:cNvSpPr/>
          <p:nvPr/>
        </p:nvSpPr>
        <p:spPr>
          <a:xfrm>
            <a:off x="3414522" y="2263140"/>
            <a:ext cx="2558034" cy="41148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element 14"/>
          <p:cNvSpPr txBox="1"/>
          <p:nvPr/>
        </p:nvSpPr>
        <p:spPr>
          <a:xfrm>
            <a:off x="3579114" y="2418588"/>
            <a:ext cx="222885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3F7D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6" name="Editable element 15"/>
          <p:cNvSpPr txBox="1"/>
          <p:nvPr/>
        </p:nvSpPr>
        <p:spPr>
          <a:xfrm>
            <a:off x="3579114" y="2839212"/>
            <a:ext cx="222885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retendard"/>
                <a:ea typeface="Pretendard"/>
              </a:rPr>
              <a:t>검토</a:t>
            </a:r>
          </a:p>
        </p:txBody>
      </p:sp>
      <p:sp>
        <p:nvSpPr>
          <p:cNvPr id="17" name="Editable element 16"/>
          <p:cNvSpPr txBox="1"/>
          <p:nvPr/>
        </p:nvSpPr>
        <p:spPr>
          <a:xfrm>
            <a:off x="3579114" y="3461004"/>
            <a:ext cx="2228850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기준에 따라 확인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관련 내용을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질문을 정리</a:t>
            </a:r>
          </a:p>
        </p:txBody>
      </p:sp>
      <p:sp>
        <p:nvSpPr>
          <p:cNvPr id="18" name="Editable element 17"/>
          <p:cNvSpPr/>
          <p:nvPr/>
        </p:nvSpPr>
        <p:spPr>
          <a:xfrm>
            <a:off x="3414522" y="4732020"/>
            <a:ext cx="2558034" cy="5486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element 18"/>
          <p:cNvSpPr txBox="1"/>
          <p:nvPr/>
        </p:nvSpPr>
        <p:spPr>
          <a:xfrm>
            <a:off x="3560826" y="4860036"/>
            <a:ext cx="226542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3F7D"/>
                </a:solidFill>
                <a:latin typeface="Pretendard"/>
                <a:ea typeface="Pretendard"/>
              </a:rPr>
              <a:t>핵심 항목 점검</a:t>
            </a:r>
          </a:p>
        </p:txBody>
      </p:sp>
      <p:cxnSp>
        <p:nvCxnSpPr>
          <p:cNvPr id="20" name="Editable element 19"/>
          <p:cNvCxnSpPr/>
          <p:nvPr/>
        </p:nvCxnSpPr>
        <p:spPr>
          <a:xfrm>
            <a:off x="5995416" y="3817620"/>
            <a:ext cx="201167" cy="0"/>
          </a:xfrm>
          <a:prstGeom prst="line">
            <a:avLst/>
          </a:prstGeom>
          <a:ln w="15240">
            <a:solidFill>
              <a:srgbClr val="D7DC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itable element 20"/>
          <p:cNvSpPr/>
          <p:nvPr/>
        </p:nvSpPr>
        <p:spPr>
          <a:xfrm>
            <a:off x="6219444" y="2263140"/>
            <a:ext cx="2558034" cy="30175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element 21"/>
          <p:cNvSpPr/>
          <p:nvPr/>
        </p:nvSpPr>
        <p:spPr>
          <a:xfrm>
            <a:off x="6219444" y="2263140"/>
            <a:ext cx="2558034" cy="41148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element 22"/>
          <p:cNvSpPr txBox="1"/>
          <p:nvPr/>
        </p:nvSpPr>
        <p:spPr>
          <a:xfrm>
            <a:off x="6384036" y="2418588"/>
            <a:ext cx="222885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3F7D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4" name="Editable element 23"/>
          <p:cNvSpPr txBox="1"/>
          <p:nvPr/>
        </p:nvSpPr>
        <p:spPr>
          <a:xfrm>
            <a:off x="6384036" y="2839212"/>
            <a:ext cx="222885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retendard"/>
                <a:ea typeface="Pretendard"/>
              </a:rPr>
              <a:t>실행</a:t>
            </a:r>
          </a:p>
        </p:txBody>
      </p:sp>
      <p:sp>
        <p:nvSpPr>
          <p:cNvPr id="25" name="Editable element 24"/>
          <p:cNvSpPr txBox="1"/>
          <p:nvPr/>
        </p:nvSpPr>
        <p:spPr>
          <a:xfrm>
            <a:off x="6384036" y="3461004"/>
            <a:ext cx="2228850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합의된 순서로 진행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중간 결과를 공유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필요 시 조정</a:t>
            </a:r>
          </a:p>
        </p:txBody>
      </p:sp>
      <p:sp>
        <p:nvSpPr>
          <p:cNvPr id="26" name="Editable element 25"/>
          <p:cNvSpPr/>
          <p:nvPr/>
        </p:nvSpPr>
        <p:spPr>
          <a:xfrm>
            <a:off x="6219444" y="4732020"/>
            <a:ext cx="2558034" cy="5486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element 26"/>
          <p:cNvSpPr txBox="1"/>
          <p:nvPr/>
        </p:nvSpPr>
        <p:spPr>
          <a:xfrm>
            <a:off x="6365748" y="4860036"/>
            <a:ext cx="226542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3F7D"/>
                </a:solidFill>
                <a:latin typeface="Pretendard"/>
                <a:ea typeface="Pretendard"/>
              </a:rPr>
              <a:t>진행 결과 공유</a:t>
            </a:r>
          </a:p>
        </p:txBody>
      </p:sp>
      <p:cxnSp>
        <p:nvCxnSpPr>
          <p:cNvPr id="28" name="Editable element 27"/>
          <p:cNvCxnSpPr/>
          <p:nvPr/>
        </p:nvCxnSpPr>
        <p:spPr>
          <a:xfrm>
            <a:off x="8800338" y="3817620"/>
            <a:ext cx="201168" cy="0"/>
          </a:xfrm>
          <a:prstGeom prst="line">
            <a:avLst/>
          </a:prstGeom>
          <a:ln w="15240">
            <a:solidFill>
              <a:srgbClr val="D7DC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itable element 28"/>
          <p:cNvSpPr/>
          <p:nvPr/>
        </p:nvSpPr>
        <p:spPr>
          <a:xfrm>
            <a:off x="9024366" y="2263140"/>
            <a:ext cx="2558034" cy="30175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element 29"/>
          <p:cNvSpPr/>
          <p:nvPr/>
        </p:nvSpPr>
        <p:spPr>
          <a:xfrm>
            <a:off x="9024366" y="2263140"/>
            <a:ext cx="2558034" cy="41148"/>
          </a:xfrm>
          <a:prstGeom prst="rect">
            <a:avLst/>
          </a:prstGeom>
          <a:solidFill>
            <a:srgbClr val="1C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element 30"/>
          <p:cNvSpPr txBox="1"/>
          <p:nvPr/>
        </p:nvSpPr>
        <p:spPr>
          <a:xfrm>
            <a:off x="9188958" y="2418588"/>
            <a:ext cx="222885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3F7D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32" name="Editable element 31"/>
          <p:cNvSpPr txBox="1"/>
          <p:nvPr/>
        </p:nvSpPr>
        <p:spPr>
          <a:xfrm>
            <a:off x="9188958" y="2839212"/>
            <a:ext cx="222885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retendard"/>
                <a:ea typeface="Pretendard"/>
              </a:rPr>
              <a:t>정리</a:t>
            </a:r>
          </a:p>
        </p:txBody>
      </p:sp>
      <p:sp>
        <p:nvSpPr>
          <p:cNvPr id="33" name="Editable element 32"/>
          <p:cNvSpPr txBox="1"/>
          <p:nvPr/>
        </p:nvSpPr>
        <p:spPr>
          <a:xfrm>
            <a:off x="9188958" y="3461004"/>
            <a:ext cx="2228850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결과를 요약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후속 과제를 기록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Pretendard"/>
                <a:ea typeface="Pretendard"/>
              </a:rPr>
              <a:t>다음 일정을 확인</a:t>
            </a:r>
          </a:p>
        </p:txBody>
      </p:sp>
      <p:sp>
        <p:nvSpPr>
          <p:cNvPr id="34" name="Editable element 33"/>
          <p:cNvSpPr/>
          <p:nvPr/>
        </p:nvSpPr>
        <p:spPr>
          <a:xfrm>
            <a:off x="9024366" y="4732020"/>
            <a:ext cx="2558034" cy="5486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element 34"/>
          <p:cNvSpPr txBox="1"/>
          <p:nvPr/>
        </p:nvSpPr>
        <p:spPr>
          <a:xfrm>
            <a:off x="9170670" y="4860036"/>
            <a:ext cx="226542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C3F7D"/>
                </a:solidFill>
                <a:latin typeface="Pretendard"/>
                <a:ea typeface="Pretendard"/>
              </a:rPr>
              <a:t>후속 계획 확인</a:t>
            </a:r>
          </a:p>
        </p:txBody>
      </p:sp>
      <p:sp>
        <p:nvSpPr>
          <p:cNvPr id="36" name="Editable element 35"/>
          <p:cNvSpPr/>
          <p:nvPr/>
        </p:nvSpPr>
        <p:spPr>
          <a:xfrm>
            <a:off x="609600" y="5605272"/>
            <a:ext cx="10972800" cy="612648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element 36"/>
          <p:cNvSpPr/>
          <p:nvPr/>
        </p:nvSpPr>
        <p:spPr>
          <a:xfrm>
            <a:off x="609600" y="5605272"/>
            <a:ext cx="36576" cy="612648"/>
          </a:xfrm>
          <a:prstGeom prst="rect">
            <a:avLst/>
          </a:prstGeom>
          <a:solidFill>
            <a:srgbClr val="1C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element 37"/>
          <p:cNvSpPr txBox="1"/>
          <p:nvPr/>
        </p:nvSpPr>
        <p:spPr>
          <a:xfrm>
            <a:off x="774192" y="5715000"/>
            <a:ext cx="106436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각 단계의 예시 문구를 실제 업무 기준과 일정에 맞게 교체합니다.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4 핵심 검토 요소">
    <p:spTree>
      <p:nvGrpSpPr>
        <p:cNvPr id="1" name="Element 1"/>
        <p:cNvGrpSpPr/>
        <p:nvPr/>
      </p:nvGrpSpPr>
      <p:grpSpPr/>
      <p:sp>
        <p:nvSpPr>
          <p:cNvPr id="2" name="Placeholder 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검토 요소</a:t>
            </a:r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가지 관점으로 주요 항목을 살펴보고, 발표 목적에 맞는 우선순위를 정하는 카드형 예시입니다.</a:t>
            </a:r>
          </a:p>
        </p:txBody>
      </p:sp>
      <p:sp>
        <p:nvSpPr>
          <p:cNvPr id="4" name="Placeholder 12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07C85C41-E031-4995-8CCB-DAEC3C862432}" type="slidenum">
              <a:t>4</a:t>
            </a:fld>
          </a:p>
        </p:txBody>
      </p:sp>
      <p:sp>
        <p:nvSpPr>
          <p:cNvPr id="5" name="Editable element 4"/>
          <p:cNvSpPr/>
          <p:nvPr/>
        </p:nvSpPr>
        <p:spPr>
          <a:xfrm>
            <a:off x="609600" y="2263140"/>
            <a:ext cx="3474720" cy="299923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element 5"/>
          <p:cNvSpPr/>
          <p:nvPr/>
        </p:nvSpPr>
        <p:spPr>
          <a:xfrm>
            <a:off x="609600" y="2263140"/>
            <a:ext cx="3474720" cy="41148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element 6"/>
          <p:cNvSpPr txBox="1"/>
          <p:nvPr/>
        </p:nvSpPr>
        <p:spPr>
          <a:xfrm>
            <a:off x="792480" y="25100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retendard"/>
                <a:ea typeface="Pretendard"/>
              </a:rPr>
              <a:t>범위 확인</a:t>
            </a:r>
          </a:p>
        </p:txBody>
      </p:sp>
      <p:sp>
        <p:nvSpPr>
          <p:cNvPr id="8" name="Editable element 7"/>
          <p:cNvSpPr txBox="1"/>
          <p:nvPr/>
        </p:nvSpPr>
        <p:spPr>
          <a:xfrm>
            <a:off x="792480" y="3287268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목표와 대상 범위를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명확히 정리합니다.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필요한 자료를 확인합니다.</a:t>
            </a:r>
          </a:p>
        </p:txBody>
      </p:sp>
      <p:sp>
        <p:nvSpPr>
          <p:cNvPr id="9" name="Editable element 8"/>
          <p:cNvSpPr/>
          <p:nvPr/>
        </p:nvSpPr>
        <p:spPr>
          <a:xfrm>
            <a:off x="4358640" y="2263140"/>
            <a:ext cx="3474720" cy="299923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element 9"/>
          <p:cNvSpPr/>
          <p:nvPr/>
        </p:nvSpPr>
        <p:spPr>
          <a:xfrm>
            <a:off x="4358640" y="2263140"/>
            <a:ext cx="3474720" cy="41148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element 10"/>
          <p:cNvSpPr txBox="1"/>
          <p:nvPr/>
        </p:nvSpPr>
        <p:spPr>
          <a:xfrm>
            <a:off x="4541520" y="25100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retendard"/>
                <a:ea typeface="Pretendard"/>
              </a:rPr>
              <a:t>기준 정리</a:t>
            </a:r>
          </a:p>
        </p:txBody>
      </p:sp>
      <p:sp>
        <p:nvSpPr>
          <p:cNvPr id="12" name="Editable element 11"/>
          <p:cNvSpPr txBox="1"/>
          <p:nvPr/>
        </p:nvSpPr>
        <p:spPr>
          <a:xfrm>
            <a:off x="4541520" y="3287268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비교 기준과 조건을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한눈에 확인합니다.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검토 순서를 정합니다.</a:t>
            </a:r>
          </a:p>
        </p:txBody>
      </p:sp>
      <p:sp>
        <p:nvSpPr>
          <p:cNvPr id="13" name="Editable element 12"/>
          <p:cNvSpPr/>
          <p:nvPr/>
        </p:nvSpPr>
        <p:spPr>
          <a:xfrm>
            <a:off x="8107680" y="2263140"/>
            <a:ext cx="3474720" cy="299923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element 13"/>
          <p:cNvSpPr/>
          <p:nvPr/>
        </p:nvSpPr>
        <p:spPr>
          <a:xfrm>
            <a:off x="8107680" y="2263140"/>
            <a:ext cx="3474720" cy="41148"/>
          </a:xfrm>
          <a:prstGeom prst="rect">
            <a:avLst/>
          </a:prstGeom>
          <a:solidFill>
            <a:srgbClr val="1C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element 14"/>
          <p:cNvSpPr txBox="1"/>
          <p:nvPr/>
        </p:nvSpPr>
        <p:spPr>
          <a:xfrm>
            <a:off x="8290560" y="25100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Pretendard"/>
                <a:ea typeface="Pretendard"/>
              </a:rPr>
              <a:t>결과 공유</a:t>
            </a:r>
          </a:p>
        </p:txBody>
      </p:sp>
      <p:sp>
        <p:nvSpPr>
          <p:cNvPr id="16" name="Editable element 15"/>
          <p:cNvSpPr txBox="1"/>
          <p:nvPr/>
        </p:nvSpPr>
        <p:spPr>
          <a:xfrm>
            <a:off x="8290560" y="3287268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핵심 결과와 다음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조치를 간단히 정리합니다.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Pretendard"/>
                <a:ea typeface="Pretendard"/>
              </a:rPr>
              <a:t>담당자와 일정을 확인합니다.</a:t>
            </a:r>
          </a:p>
        </p:txBody>
      </p:sp>
      <p:sp>
        <p:nvSpPr>
          <p:cNvPr id="17" name="Editable element 16"/>
          <p:cNvSpPr/>
          <p:nvPr/>
        </p:nvSpPr>
        <p:spPr>
          <a:xfrm>
            <a:off x="609600" y="5605272"/>
            <a:ext cx="10972800" cy="612648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element 17"/>
          <p:cNvSpPr/>
          <p:nvPr/>
        </p:nvSpPr>
        <p:spPr>
          <a:xfrm>
            <a:off x="609600" y="5605272"/>
            <a:ext cx="36576" cy="612648"/>
          </a:xfrm>
          <a:prstGeom prst="rect">
            <a:avLst/>
          </a:prstGeom>
          <a:solidFill>
            <a:srgbClr val="1C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element 18"/>
          <p:cNvSpPr txBox="1"/>
          <p:nvPr/>
        </p:nvSpPr>
        <p:spPr>
          <a:xfrm>
            <a:off x="774192" y="5715000"/>
            <a:ext cx="1064361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예시 문구는 실제 발표 목적에 맞게 자유롭게 교체합니다.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ference Navy | Pretendard">
  <a:themeElements>
    <a:clrScheme name="Reference Navy">
      <a:dk1>
        <a:srgbClr val="1F2937"/>
      </a:dk1>
      <a:lt1>
        <a:srgbClr val="FFFFFF"/>
      </a:lt1>
      <a:dk2>
        <a:srgbClr val="16294F"/>
      </a:dk2>
      <a:lt2>
        <a:srgbClr val="F7F8FA"/>
      </a:lt2>
      <a:accent1>
        <a:srgbClr val="1C3F7D"/>
      </a:accent1>
      <a:accent2>
        <a:srgbClr val="2F5AA8"/>
      </a:accent2>
      <a:accent3>
        <a:srgbClr val="A9C2E8"/>
      </a:accent3>
      <a:accent4>
        <a:srgbClr val="D7DCE3"/>
      </a:accent4>
      <a:accent5>
        <a:srgbClr val="6B7280"/>
      </a:accent5>
      <a:accent6>
        <a:srgbClr val="EFF6FF"/>
      </a:accent6>
      <a:hlink>
        <a:srgbClr val="1C3F7D"/>
      </a:hlink>
      <a:folHlink>
        <a:srgbClr val="2F5AA8"/>
      </a:folHlink>
    </a:clrScheme>
    <a:fontScheme name="Pretendard">
      <a:majorFont>
        <a:latin typeface="Pretendard"/>
        <a:ea typeface="Pretendard"/>
        <a:cs typeface="Pretendard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Pretendard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컨설팅 발표 템플릿</dc:title>
  <dc:subject>Pretendard와 네이비 공통 양식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cp:contentStatus/>
  <dc:identifier/>
  <dc:language>ko-KR</dc:language>
</cp:coreProperties>
</file>